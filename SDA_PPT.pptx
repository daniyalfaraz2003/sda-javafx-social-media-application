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League Spartan" charset="1" panose="00000800000000000000"/>
      <p:regular r:id="rId34"/>
    </p:embeddedFont>
    <p:embeddedFont>
      <p:font typeface="Blinker" charset="1" panose="02000000000000000000"/>
      <p:regular r:id="rId35"/>
    </p:embeddedFont>
    <p:embeddedFont>
      <p:font typeface="Open Sans" charset="1" panose="020B0606030504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96985" y="1573860"/>
            <a:ext cx="3160666" cy="1661968"/>
            <a:chOff x="0" y="0"/>
            <a:chExt cx="812800" cy="4273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27393"/>
            </a:xfrm>
            <a:custGeom>
              <a:avLst/>
              <a:gdLst/>
              <a:ahLst/>
              <a:cxnLst/>
              <a:rect r="r" b="b" t="t" l="l"/>
              <a:pathLst>
                <a:path h="427393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812800" y="427393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609600" cy="465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11144" y="3761065"/>
            <a:ext cx="1990049" cy="1661968"/>
            <a:chOff x="0" y="0"/>
            <a:chExt cx="511763" cy="4273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763" cy="427393"/>
            </a:xfrm>
            <a:custGeom>
              <a:avLst/>
              <a:gdLst/>
              <a:ahLst/>
              <a:cxnLst/>
              <a:rect r="r" b="b" t="t" l="l"/>
              <a:pathLst>
                <a:path h="427393" w="511763">
                  <a:moveTo>
                    <a:pt x="308563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511763" y="427393"/>
                  </a:lnTo>
                  <a:lnTo>
                    <a:pt x="308563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308563" cy="465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051600" y="1573860"/>
            <a:ext cx="7236400" cy="7236371"/>
            <a:chOff x="0" y="0"/>
            <a:chExt cx="6350025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0770" y="-439543"/>
            <a:ext cx="7101844" cy="1898766"/>
            <a:chOff x="0" y="0"/>
            <a:chExt cx="1363798" cy="3646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3799" cy="364628"/>
            </a:xfrm>
            <a:custGeom>
              <a:avLst/>
              <a:gdLst/>
              <a:ahLst/>
              <a:cxnLst/>
              <a:rect r="r" b="b" t="t" l="l"/>
              <a:pathLst>
                <a:path h="364628" w="1363799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952614" y="-421997"/>
            <a:ext cx="7101844" cy="1898766"/>
            <a:chOff x="0" y="0"/>
            <a:chExt cx="1363798" cy="3646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3799" cy="364628"/>
            </a:xfrm>
            <a:custGeom>
              <a:avLst/>
              <a:gdLst/>
              <a:ahLst/>
              <a:cxnLst/>
              <a:rect r="r" b="b" t="t" l="l"/>
              <a:pathLst>
                <a:path h="364628" w="1363799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952614" y="8810231"/>
            <a:ext cx="5853363" cy="1988111"/>
            <a:chOff x="0" y="0"/>
            <a:chExt cx="1541627" cy="5236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41627" cy="523618"/>
            </a:xfrm>
            <a:custGeom>
              <a:avLst/>
              <a:gdLst/>
              <a:ahLst/>
              <a:cxnLst/>
              <a:rect r="r" b="b" t="t" l="l"/>
              <a:pathLst>
                <a:path h="523618" w="1541627">
                  <a:moveTo>
                    <a:pt x="1338427" y="0"/>
                  </a:moveTo>
                  <a:lnTo>
                    <a:pt x="0" y="0"/>
                  </a:lnTo>
                  <a:lnTo>
                    <a:pt x="203200" y="523618"/>
                  </a:lnTo>
                  <a:lnTo>
                    <a:pt x="1541627" y="523618"/>
                  </a:lnTo>
                  <a:lnTo>
                    <a:pt x="1338427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1338427" cy="561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8810231"/>
            <a:ext cx="13952614" cy="1988111"/>
            <a:chOff x="0" y="0"/>
            <a:chExt cx="3674762" cy="5236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74763" cy="523618"/>
            </a:xfrm>
            <a:custGeom>
              <a:avLst/>
              <a:gdLst/>
              <a:ahLst/>
              <a:cxnLst/>
              <a:rect r="r" b="b" t="t" l="l"/>
              <a:pathLst>
                <a:path h="523618" w="3674763">
                  <a:moveTo>
                    <a:pt x="3471563" y="0"/>
                  </a:moveTo>
                  <a:lnTo>
                    <a:pt x="0" y="0"/>
                  </a:lnTo>
                  <a:lnTo>
                    <a:pt x="203200" y="523618"/>
                  </a:lnTo>
                  <a:lnTo>
                    <a:pt x="3674763" y="523618"/>
                  </a:lnTo>
                  <a:lnTo>
                    <a:pt x="347156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3471562" cy="561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25243" y="1627090"/>
            <a:ext cx="8729227" cy="12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79"/>
              </a:lnSpc>
            </a:pPr>
            <a:r>
              <a:rPr lang="en-US" sz="7342">
                <a:solidFill>
                  <a:srgbClr val="059B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FASTBOOK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5243" y="3299195"/>
            <a:ext cx="3528953" cy="60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3517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Presentation by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5243" y="4059354"/>
            <a:ext cx="6367427" cy="336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5"/>
              </a:lnSpc>
            </a:pPr>
            <a:r>
              <a:rPr lang="en-US" sz="4797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Amna Siddiqui - 22i0830</a:t>
            </a:r>
          </a:p>
          <a:p>
            <a:pPr algn="l">
              <a:lnSpc>
                <a:spcPts val="6715"/>
              </a:lnSpc>
            </a:pPr>
            <a:r>
              <a:rPr lang="en-US" sz="4797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Daniyal Faraz - 22i1096</a:t>
            </a:r>
          </a:p>
          <a:p>
            <a:pPr algn="l">
              <a:lnSpc>
                <a:spcPts val="6715"/>
              </a:lnSpc>
            </a:pPr>
            <a:r>
              <a:rPr lang="en-US" sz="4797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Hammad Ali - 22i0914</a:t>
            </a:r>
          </a:p>
          <a:p>
            <a:pPr algn="l">
              <a:lnSpc>
                <a:spcPts val="671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25243" y="8329354"/>
            <a:ext cx="4985545" cy="48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4"/>
              </a:lnSpc>
            </a:pPr>
            <a:r>
              <a:rPr lang="en-US" sz="2817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Instructor: Majid Hussain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088" y="0"/>
            <a:ext cx="3509203" cy="1176871"/>
            <a:chOff x="0" y="0"/>
            <a:chExt cx="673888" cy="22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480503" y="1504652"/>
            <a:ext cx="3509203" cy="1176871"/>
            <a:chOff x="0" y="0"/>
            <a:chExt cx="673888" cy="2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8357" y="3783249"/>
            <a:ext cx="17494732" cy="4304826"/>
            <a:chOff x="0" y="0"/>
            <a:chExt cx="4607666" cy="11337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7666" cy="1133781"/>
            </a:xfrm>
            <a:custGeom>
              <a:avLst/>
              <a:gdLst/>
              <a:ahLst/>
              <a:cxnLst/>
              <a:rect r="r" b="b" t="t" l="l"/>
              <a:pathLst>
                <a:path h="1133781" w="4607666">
                  <a:moveTo>
                    <a:pt x="0" y="0"/>
                  </a:moveTo>
                  <a:lnTo>
                    <a:pt x="4607666" y="0"/>
                  </a:lnTo>
                  <a:lnTo>
                    <a:pt x="4607666" y="1133781"/>
                  </a:lnTo>
                  <a:lnTo>
                    <a:pt x="0" y="1133781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07666" cy="1171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08357" y="2662474"/>
            <a:ext cx="823658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59B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9793" y="4629747"/>
            <a:ext cx="10935931" cy="251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5"/>
              </a:lnSpc>
            </a:pPr>
            <a:r>
              <a:rPr lang="en-US" sz="4797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Intellox - A tech company established to provide modern and robust software solutions to everyday problems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088" y="0"/>
            <a:ext cx="3509203" cy="1176871"/>
            <a:chOff x="0" y="0"/>
            <a:chExt cx="673888" cy="22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480503" y="1504652"/>
            <a:ext cx="3509203" cy="1176871"/>
            <a:chOff x="0" y="0"/>
            <a:chExt cx="673888" cy="2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68709" y="1159584"/>
            <a:ext cx="7981695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59B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6625" y="3364056"/>
            <a:ext cx="1073701" cy="1022520"/>
            <a:chOff x="0" y="0"/>
            <a:chExt cx="559295" cy="532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0563" y="3364056"/>
            <a:ext cx="4789616" cy="826718"/>
            <a:chOff x="0" y="0"/>
            <a:chExt cx="4519394" cy="7800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88929" y="3405604"/>
            <a:ext cx="4431251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Problem Statement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76625" y="4688214"/>
            <a:ext cx="1073701" cy="1022520"/>
            <a:chOff x="0" y="0"/>
            <a:chExt cx="559295" cy="532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0563" y="4688214"/>
            <a:ext cx="4789616" cy="826718"/>
            <a:chOff x="0" y="0"/>
            <a:chExt cx="4519394" cy="7800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88929" y="4729763"/>
            <a:ext cx="2319237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Solution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6297" y="7361904"/>
            <a:ext cx="1073701" cy="1022520"/>
            <a:chOff x="0" y="0"/>
            <a:chExt cx="559295" cy="5326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70235" y="7361904"/>
            <a:ext cx="4789616" cy="826718"/>
            <a:chOff x="0" y="0"/>
            <a:chExt cx="4519394" cy="7800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28601" y="7403452"/>
            <a:ext cx="4705845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FRs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72223" y="3398961"/>
            <a:ext cx="1073701" cy="1022520"/>
            <a:chOff x="0" y="0"/>
            <a:chExt cx="559295" cy="5326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926161" y="3398961"/>
            <a:ext cx="4789616" cy="826718"/>
            <a:chOff x="0" y="0"/>
            <a:chExt cx="4519394" cy="7800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284527" y="3440509"/>
            <a:ext cx="3920147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NFRs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572223" y="4716755"/>
            <a:ext cx="1073701" cy="1022520"/>
            <a:chOff x="0" y="0"/>
            <a:chExt cx="559295" cy="532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926161" y="4716755"/>
            <a:ext cx="4789616" cy="826718"/>
            <a:chOff x="0" y="0"/>
            <a:chExt cx="4519394" cy="7800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284527" y="4758304"/>
            <a:ext cx="3812032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Use Case Diagram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572223" y="6040914"/>
            <a:ext cx="1073701" cy="1022520"/>
            <a:chOff x="0" y="0"/>
            <a:chExt cx="559295" cy="53263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26161" y="6040914"/>
            <a:ext cx="4789616" cy="826718"/>
            <a:chOff x="0" y="0"/>
            <a:chExt cx="4519394" cy="7800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284527" y="6082462"/>
            <a:ext cx="4217840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Domain Model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572223" y="7361904"/>
            <a:ext cx="1073701" cy="1022520"/>
            <a:chOff x="0" y="0"/>
            <a:chExt cx="559295" cy="53263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926161" y="7361904"/>
            <a:ext cx="4789616" cy="826718"/>
            <a:chOff x="0" y="0"/>
            <a:chExt cx="4519394" cy="7800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7284527" y="7403452"/>
            <a:ext cx="4431251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Class Diagram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314364" y="4688214"/>
            <a:ext cx="1073701" cy="1022520"/>
            <a:chOff x="0" y="0"/>
            <a:chExt cx="559295" cy="53263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668302" y="4688214"/>
            <a:ext cx="4789616" cy="826718"/>
            <a:chOff x="0" y="0"/>
            <a:chExt cx="4519394" cy="78007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3026668" y="4729763"/>
            <a:ext cx="3321133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Interfaces</a:t>
            </a:r>
          </a:p>
        </p:txBody>
      </p:sp>
      <p:sp>
        <p:nvSpPr>
          <p:cNvPr name="AutoShape 65" id="65"/>
          <p:cNvSpPr/>
          <p:nvPr/>
        </p:nvSpPr>
        <p:spPr>
          <a:xfrm rot="0">
            <a:off x="1568709" y="2356559"/>
            <a:ext cx="2815461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0">
            <a:off x="4726629" y="2356559"/>
            <a:ext cx="2815461" cy="0"/>
          </a:xfrm>
          <a:prstGeom prst="line">
            <a:avLst/>
          </a:prstGeom>
          <a:ln cap="flat" w="47625">
            <a:solidFill>
              <a:srgbClr val="059B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267821" y="3364056"/>
            <a:ext cx="1073701" cy="1022520"/>
            <a:chOff x="0" y="0"/>
            <a:chExt cx="559295" cy="53263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621759" y="3364056"/>
            <a:ext cx="4789616" cy="826718"/>
            <a:chOff x="0" y="0"/>
            <a:chExt cx="4519394" cy="7800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2980125" y="3405604"/>
            <a:ext cx="3812032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ERD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876625" y="6034584"/>
            <a:ext cx="1073701" cy="1022520"/>
            <a:chOff x="0" y="0"/>
            <a:chExt cx="559295" cy="53263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59295" cy="532634"/>
            </a:xfrm>
            <a:custGeom>
              <a:avLst/>
              <a:gdLst/>
              <a:ahLst/>
              <a:cxnLst/>
              <a:rect r="r" b="b" t="t" l="l"/>
              <a:pathLst>
                <a:path h="532634" w="559295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30563" y="6034584"/>
            <a:ext cx="4789616" cy="826718"/>
            <a:chOff x="0" y="0"/>
            <a:chExt cx="4519394" cy="78007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19394" cy="780076"/>
            </a:xfrm>
            <a:custGeom>
              <a:avLst/>
              <a:gdLst/>
              <a:ahLst/>
              <a:cxnLst/>
              <a:rect r="r" b="b" t="t" l="l"/>
              <a:pathLst>
                <a:path h="780076" w="4519394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588929" y="6076133"/>
            <a:ext cx="4705845" cy="57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658" y="-200693"/>
            <a:ext cx="20238736" cy="2734153"/>
            <a:chOff x="0" y="0"/>
            <a:chExt cx="2689103" cy="363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9103" cy="363284"/>
            </a:xfrm>
            <a:custGeom>
              <a:avLst/>
              <a:gdLst/>
              <a:ahLst/>
              <a:cxnLst/>
              <a:rect r="r" b="b" t="t" l="l"/>
              <a:pathLst>
                <a:path h="363284" w="2689103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440088" y="0"/>
            <a:ext cx="3509203" cy="1176871"/>
            <a:chOff x="0" y="0"/>
            <a:chExt cx="673888" cy="2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670310" y="1292934"/>
            <a:ext cx="3699010" cy="1240526"/>
            <a:chOff x="0" y="0"/>
            <a:chExt cx="673888" cy="22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62869" y="5205416"/>
            <a:ext cx="7356926" cy="3014803"/>
            <a:chOff x="0" y="0"/>
            <a:chExt cx="6636165" cy="27194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36165" cy="2719441"/>
            </a:xfrm>
            <a:custGeom>
              <a:avLst/>
              <a:gdLst/>
              <a:ahLst/>
              <a:cxnLst/>
              <a:rect r="r" b="b" t="t" l="l"/>
              <a:pathLst>
                <a:path h="2719441" w="6636165">
                  <a:moveTo>
                    <a:pt x="0" y="0"/>
                  </a:moveTo>
                  <a:lnTo>
                    <a:pt x="6636165" y="0"/>
                  </a:lnTo>
                  <a:lnTo>
                    <a:pt x="6636165" y="2719441"/>
                  </a:lnTo>
                  <a:lnTo>
                    <a:pt x="0" y="2719441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636165" cy="2757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15223" y="5205416"/>
            <a:ext cx="5256917" cy="3014803"/>
            <a:chOff x="0" y="0"/>
            <a:chExt cx="4741894" cy="27194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41894" cy="2719441"/>
            </a:xfrm>
            <a:custGeom>
              <a:avLst/>
              <a:gdLst/>
              <a:ahLst/>
              <a:cxnLst/>
              <a:rect r="r" b="b" t="t" l="l"/>
              <a:pathLst>
                <a:path h="2719441" w="4741894">
                  <a:moveTo>
                    <a:pt x="0" y="0"/>
                  </a:moveTo>
                  <a:lnTo>
                    <a:pt x="4741894" y="0"/>
                  </a:lnTo>
                  <a:lnTo>
                    <a:pt x="4741894" y="2719441"/>
                  </a:lnTo>
                  <a:lnTo>
                    <a:pt x="0" y="2719441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741894" cy="2757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9321" y="5205416"/>
            <a:ext cx="8347415" cy="3014803"/>
            <a:chOff x="0" y="0"/>
            <a:chExt cx="7529615" cy="27194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29615" cy="2719441"/>
            </a:xfrm>
            <a:custGeom>
              <a:avLst/>
              <a:gdLst/>
              <a:ahLst/>
              <a:cxnLst/>
              <a:rect r="r" b="b" t="t" l="l"/>
              <a:pathLst>
                <a:path h="2719441" w="7529615">
                  <a:moveTo>
                    <a:pt x="0" y="0"/>
                  </a:moveTo>
                  <a:lnTo>
                    <a:pt x="7529615" y="0"/>
                  </a:lnTo>
                  <a:lnTo>
                    <a:pt x="7529615" y="2719441"/>
                  </a:lnTo>
                  <a:lnTo>
                    <a:pt x="0" y="2719441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529615" cy="2757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861735" y="1197684"/>
            <a:ext cx="7575199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6776" y="3265931"/>
            <a:ext cx="17334448" cy="141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7"/>
              </a:lnSpc>
            </a:pPr>
            <a:r>
              <a:rPr lang="en-US" sz="4048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Many social media platforms exist in this digital era to connect people around the world but: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7658" y="5451686"/>
            <a:ext cx="5351677" cy="186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6095" indent="-383047" lvl="1">
              <a:lnSpc>
                <a:spcPts val="4967"/>
              </a:lnSpc>
              <a:buFont typeface="Arial"/>
              <a:buChar char="•"/>
            </a:pPr>
            <a:r>
              <a:rPr lang="en-US" sz="3548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These general social media platforms are too broad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20463" y="5366892"/>
            <a:ext cx="5351677" cy="186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6095" indent="-383047" lvl="1">
              <a:lnSpc>
                <a:spcPts val="4967"/>
              </a:lnSpc>
              <a:buFont typeface="Arial"/>
              <a:buChar char="•"/>
            </a:pPr>
            <a:r>
              <a:rPr lang="en-US" sz="3548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FAST students lack a tailored platform for connection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00740" y="5366892"/>
            <a:ext cx="5351677" cy="186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6095" indent="-383047" lvl="1">
              <a:lnSpc>
                <a:spcPts val="4967"/>
              </a:lnSpc>
              <a:buFont typeface="Arial"/>
              <a:buChar char="•"/>
            </a:pPr>
            <a:r>
              <a:rPr lang="en-US" sz="3548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Current platforms don't focus on university communities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6642" y="2988001"/>
            <a:ext cx="21227324" cy="7960736"/>
            <a:chOff x="0" y="0"/>
            <a:chExt cx="5590736" cy="20966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90735" cy="2096655"/>
            </a:xfrm>
            <a:custGeom>
              <a:avLst/>
              <a:gdLst/>
              <a:ahLst/>
              <a:cxnLst/>
              <a:rect r="r" b="b" t="t" l="l"/>
              <a:pathLst>
                <a:path h="2096655" w="559073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658" y="-200693"/>
            <a:ext cx="20238736" cy="2734153"/>
            <a:chOff x="0" y="0"/>
            <a:chExt cx="2689103" cy="3632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9103" cy="363284"/>
            </a:xfrm>
            <a:custGeom>
              <a:avLst/>
              <a:gdLst/>
              <a:ahLst/>
              <a:cxnLst/>
              <a:rect r="r" b="b" t="t" l="l"/>
              <a:pathLst>
                <a:path h="363284" w="2689103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440088" y="0"/>
            <a:ext cx="3509203" cy="1176871"/>
            <a:chOff x="0" y="0"/>
            <a:chExt cx="673888" cy="22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670310" y="1292934"/>
            <a:ext cx="3699010" cy="1240526"/>
            <a:chOff x="0" y="0"/>
            <a:chExt cx="673888" cy="22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97771" y="1197684"/>
            <a:ext cx="4775458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0771" y="4358265"/>
            <a:ext cx="17766458" cy="384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241" indent="-474620" lvl="1">
              <a:lnSpc>
                <a:spcPts val="6155"/>
              </a:lnSpc>
              <a:buFont typeface="Arial"/>
              <a:buChar char="•"/>
            </a:pPr>
            <a:r>
              <a:rPr lang="en-US" sz="43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A JavaFX-based social media application for FAST students</a:t>
            </a:r>
          </a:p>
          <a:p>
            <a:pPr algn="l" marL="949241" indent="-474620" lvl="1">
              <a:lnSpc>
                <a:spcPts val="6155"/>
              </a:lnSpc>
              <a:buFont typeface="Arial"/>
              <a:buChar char="•"/>
            </a:pPr>
            <a:r>
              <a:rPr lang="en-US" sz="43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Centralized SQL database for secure data storage and efficient retrieval</a:t>
            </a:r>
          </a:p>
          <a:p>
            <a:pPr algn="l" marL="949241" indent="-474620" lvl="1">
              <a:lnSpc>
                <a:spcPts val="6155"/>
              </a:lnSpc>
              <a:buFont typeface="Arial"/>
              <a:buChar char="•"/>
            </a:pPr>
            <a:r>
              <a:rPr lang="en-US" sz="43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Enables connections based on academic skills, interests, and activities</a:t>
            </a:r>
          </a:p>
          <a:p>
            <a:pPr algn="l" marL="949241" indent="-474620" lvl="1">
              <a:lnSpc>
                <a:spcPts val="6155"/>
              </a:lnSpc>
              <a:buFont typeface="Arial"/>
              <a:buChar char="•"/>
            </a:pPr>
            <a:r>
              <a:rPr lang="en-US" sz="43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Includes features like chat, activity posts, and notifications</a:t>
            </a:r>
          </a:p>
          <a:p>
            <a:pPr algn="l" marL="949241" indent="-474620" lvl="1">
              <a:lnSpc>
                <a:spcPts val="6155"/>
              </a:lnSpc>
              <a:buFont typeface="Arial"/>
              <a:buChar char="•"/>
            </a:pPr>
            <a:r>
              <a:rPr lang="en-US" sz="43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Provides a university-focused, privacy-first community platform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658" y="-200693"/>
            <a:ext cx="20238736" cy="2734153"/>
            <a:chOff x="0" y="0"/>
            <a:chExt cx="2689103" cy="363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9103" cy="363284"/>
            </a:xfrm>
            <a:custGeom>
              <a:avLst/>
              <a:gdLst/>
              <a:ahLst/>
              <a:cxnLst/>
              <a:rect r="r" b="b" t="t" l="l"/>
              <a:pathLst>
                <a:path h="363284" w="2689103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440088" y="0"/>
            <a:ext cx="3509203" cy="1176871"/>
            <a:chOff x="0" y="0"/>
            <a:chExt cx="673888" cy="2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2670310" y="1292934"/>
            <a:ext cx="3699010" cy="1240526"/>
            <a:chOff x="0" y="0"/>
            <a:chExt cx="673888" cy="22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4055376"/>
            <a:ext cx="16230600" cy="1142147"/>
            <a:chOff x="0" y="0"/>
            <a:chExt cx="16256785" cy="11439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256784" cy="1143989"/>
            </a:xfrm>
            <a:custGeom>
              <a:avLst/>
              <a:gdLst/>
              <a:ahLst/>
              <a:cxnLst/>
              <a:rect r="r" b="b" t="t" l="l"/>
              <a:pathLst>
                <a:path h="1143989" w="16256784">
                  <a:moveTo>
                    <a:pt x="0" y="0"/>
                  </a:moveTo>
                  <a:lnTo>
                    <a:pt x="16256784" y="0"/>
                  </a:lnTo>
                  <a:lnTo>
                    <a:pt x="16256784" y="1143989"/>
                  </a:lnTo>
                  <a:lnTo>
                    <a:pt x="0" y="1143989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256785" cy="1182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69115" y="4055376"/>
            <a:ext cx="4618337" cy="4505714"/>
            <a:chOff x="0" y="0"/>
            <a:chExt cx="4625787" cy="4512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25787" cy="4512983"/>
            </a:xfrm>
            <a:custGeom>
              <a:avLst/>
              <a:gdLst/>
              <a:ahLst/>
              <a:cxnLst/>
              <a:rect r="r" b="b" t="t" l="l"/>
              <a:pathLst>
                <a:path h="4512983" w="4625787">
                  <a:moveTo>
                    <a:pt x="0" y="0"/>
                  </a:moveTo>
                  <a:lnTo>
                    <a:pt x="4625787" y="0"/>
                  </a:lnTo>
                  <a:lnTo>
                    <a:pt x="4625787" y="4512983"/>
                  </a:lnTo>
                  <a:lnTo>
                    <a:pt x="0" y="4512983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625787" cy="4551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734772" y="4414264"/>
            <a:ext cx="1287022" cy="1287022"/>
          </a:xfrm>
          <a:custGeom>
            <a:avLst/>
            <a:gdLst/>
            <a:ahLst/>
            <a:cxnLst/>
            <a:rect r="r" b="b" t="t" l="l"/>
            <a:pathLst>
              <a:path h="1287022" w="1287022">
                <a:moveTo>
                  <a:pt x="0" y="0"/>
                </a:moveTo>
                <a:lnTo>
                  <a:pt x="1287022" y="0"/>
                </a:lnTo>
                <a:lnTo>
                  <a:pt x="1287022" y="1287022"/>
                </a:lnTo>
                <a:lnTo>
                  <a:pt x="0" y="1287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944979" y="4055376"/>
            <a:ext cx="4618337" cy="4505714"/>
            <a:chOff x="0" y="0"/>
            <a:chExt cx="4625787" cy="45129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25787" cy="4512983"/>
            </a:xfrm>
            <a:custGeom>
              <a:avLst/>
              <a:gdLst/>
              <a:ahLst/>
              <a:cxnLst/>
              <a:rect r="r" b="b" t="t" l="l"/>
              <a:pathLst>
                <a:path h="4512983" w="4625787">
                  <a:moveTo>
                    <a:pt x="0" y="0"/>
                  </a:moveTo>
                  <a:lnTo>
                    <a:pt x="4625787" y="0"/>
                  </a:lnTo>
                  <a:lnTo>
                    <a:pt x="4625787" y="4512983"/>
                  </a:lnTo>
                  <a:lnTo>
                    <a:pt x="0" y="4512983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25787" cy="4551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744629" y="4055376"/>
            <a:ext cx="4618337" cy="4505714"/>
            <a:chOff x="0" y="0"/>
            <a:chExt cx="4625787" cy="451298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25787" cy="4512983"/>
            </a:xfrm>
            <a:custGeom>
              <a:avLst/>
              <a:gdLst/>
              <a:ahLst/>
              <a:cxnLst/>
              <a:rect r="r" b="b" t="t" l="l"/>
              <a:pathLst>
                <a:path h="4512983" w="4625787">
                  <a:moveTo>
                    <a:pt x="0" y="0"/>
                  </a:moveTo>
                  <a:lnTo>
                    <a:pt x="4625787" y="0"/>
                  </a:lnTo>
                  <a:lnTo>
                    <a:pt x="4625787" y="4512983"/>
                  </a:lnTo>
                  <a:lnTo>
                    <a:pt x="0" y="4512983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625787" cy="4551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8257158" y="4414264"/>
            <a:ext cx="1993978" cy="1287022"/>
          </a:xfrm>
          <a:custGeom>
            <a:avLst/>
            <a:gdLst/>
            <a:ahLst/>
            <a:cxnLst/>
            <a:rect r="r" b="b" t="t" l="l"/>
            <a:pathLst>
              <a:path h="1287022" w="1993978">
                <a:moveTo>
                  <a:pt x="0" y="0"/>
                </a:moveTo>
                <a:lnTo>
                  <a:pt x="1993979" y="0"/>
                </a:lnTo>
                <a:lnTo>
                  <a:pt x="1993979" y="1287022"/>
                </a:lnTo>
                <a:lnTo>
                  <a:pt x="0" y="1287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387201" y="4368092"/>
            <a:ext cx="1333195" cy="1333195"/>
          </a:xfrm>
          <a:custGeom>
            <a:avLst/>
            <a:gdLst/>
            <a:ahLst/>
            <a:cxnLst/>
            <a:rect r="r" b="b" t="t" l="l"/>
            <a:pathLst>
              <a:path h="1333195" w="1333195">
                <a:moveTo>
                  <a:pt x="0" y="0"/>
                </a:moveTo>
                <a:lnTo>
                  <a:pt x="1333194" y="0"/>
                </a:lnTo>
                <a:lnTo>
                  <a:pt x="1333194" y="1333194"/>
                </a:lnTo>
                <a:lnTo>
                  <a:pt x="0" y="13331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61735" y="1197684"/>
            <a:ext cx="9152461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 Architecture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59676" y="3030321"/>
            <a:ext cx="2437215" cy="82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5"/>
              </a:lnSpc>
            </a:pPr>
            <a:r>
              <a:rPr lang="en-US" sz="4797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Model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14439" y="3030321"/>
            <a:ext cx="3079417" cy="82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5"/>
              </a:lnSpc>
            </a:pPr>
            <a:r>
              <a:rPr lang="en-US" sz="4797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View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08406" y="3030321"/>
            <a:ext cx="2695543" cy="82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5"/>
              </a:lnSpc>
            </a:pPr>
            <a:r>
              <a:rPr lang="en-US" sz="4797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Controller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92297" y="5941956"/>
            <a:ext cx="4171973" cy="236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  <a:spcBef>
                <a:spcPct val="0"/>
              </a:spcBef>
            </a:pPr>
            <a:r>
              <a:rPr lang="en-US" sz="2707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It represents the data and the business logic of the application. Handles user data operations and manages database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68161" y="5941956"/>
            <a:ext cx="4171973" cy="189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  <a:spcBef>
                <a:spcPct val="0"/>
              </a:spcBef>
            </a:pPr>
            <a:r>
              <a:rPr lang="en-US" sz="2707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Manages the user interface (UI) and presentation logic. Displaying JavaFX scenes, textboxes, buttons etc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67811" y="5941956"/>
            <a:ext cx="4171973" cy="236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  <a:spcBef>
                <a:spcPct val="0"/>
              </a:spcBef>
            </a:pPr>
            <a:r>
              <a:rPr lang="en-US" sz="2707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Acts as the intermediary between the model and the view. Contains event handlers and logic to manage various actions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6642" y="2988001"/>
            <a:ext cx="21227324" cy="7960736"/>
            <a:chOff x="0" y="0"/>
            <a:chExt cx="5590736" cy="20966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90735" cy="2096655"/>
            </a:xfrm>
            <a:custGeom>
              <a:avLst/>
              <a:gdLst/>
              <a:ahLst/>
              <a:cxnLst/>
              <a:rect r="r" b="b" t="t" l="l"/>
              <a:pathLst>
                <a:path h="2096655" w="559073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658" y="-200693"/>
            <a:ext cx="20238736" cy="2734153"/>
            <a:chOff x="0" y="0"/>
            <a:chExt cx="2689103" cy="3632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9103" cy="363284"/>
            </a:xfrm>
            <a:custGeom>
              <a:avLst/>
              <a:gdLst/>
              <a:ahLst/>
              <a:cxnLst/>
              <a:rect r="r" b="b" t="t" l="l"/>
              <a:pathLst>
                <a:path h="363284" w="2689103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440088" y="0"/>
            <a:ext cx="3509203" cy="1176871"/>
            <a:chOff x="0" y="0"/>
            <a:chExt cx="673888" cy="22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670310" y="1292934"/>
            <a:ext cx="3699010" cy="1240526"/>
            <a:chOff x="0" y="0"/>
            <a:chExt cx="673888" cy="22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97771" y="1197684"/>
            <a:ext cx="9438991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Functional Requirements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3407" y="4050232"/>
            <a:ext cx="14575249" cy="459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7"/>
              </a:lnSpc>
            </a:pPr>
          </a:p>
          <a:p>
            <a:pPr algn="l" marL="803143" indent="-401572" lvl="1">
              <a:lnSpc>
                <a:spcPts val="5207"/>
              </a:lnSpc>
              <a:buFont typeface="Arial"/>
              <a:buChar char="•"/>
            </a:pPr>
            <a:r>
              <a:rPr lang="en-US" sz="37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Register and Login to the application</a:t>
            </a:r>
          </a:p>
          <a:p>
            <a:pPr algn="l" marL="803143" indent="-401572" lvl="1">
              <a:lnSpc>
                <a:spcPts val="5207"/>
              </a:lnSpc>
              <a:buFont typeface="Arial"/>
              <a:buChar char="•"/>
            </a:pPr>
            <a:r>
              <a:rPr lang="en-US" sz="37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View and Edit their profile</a:t>
            </a:r>
          </a:p>
          <a:p>
            <a:pPr algn="l" marL="803143" indent="-401572" lvl="1">
              <a:lnSpc>
                <a:spcPts val="5207"/>
              </a:lnSpc>
              <a:buFont typeface="Arial"/>
              <a:buChar char="•"/>
            </a:pPr>
            <a:r>
              <a:rPr lang="en-US" sz="37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Send, Accept and Reject friend requests from other users</a:t>
            </a:r>
          </a:p>
          <a:p>
            <a:pPr algn="l" marL="803143" indent="-401572" lvl="1">
              <a:lnSpc>
                <a:spcPts val="5207"/>
              </a:lnSpc>
              <a:buFont typeface="Arial"/>
              <a:buChar char="•"/>
            </a:pPr>
            <a:r>
              <a:rPr lang="en-US" sz="37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Engage in one-to-one chat conversations with friends</a:t>
            </a:r>
          </a:p>
          <a:p>
            <a:pPr algn="l" marL="803143" indent="-401572" lvl="1">
              <a:lnSpc>
                <a:spcPts val="5207"/>
              </a:lnSpc>
              <a:buFont typeface="Arial"/>
              <a:buChar char="•"/>
            </a:pPr>
            <a:r>
              <a:rPr lang="en-US" sz="37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Create, View, Update and Delete various types of posts</a:t>
            </a:r>
          </a:p>
          <a:p>
            <a:pPr algn="l" marL="803143" indent="-401572" lvl="1">
              <a:lnSpc>
                <a:spcPts val="5207"/>
              </a:lnSpc>
              <a:buFont typeface="Arial"/>
              <a:buChar char="•"/>
            </a:pPr>
            <a:r>
              <a:rPr lang="en-US" sz="37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Comment and React on different posts created by other users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4251" y="3703840"/>
            <a:ext cx="9438991" cy="7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user is able to: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099162"/>
            <a:ext cx="8642086" cy="7187838"/>
            <a:chOff x="0" y="0"/>
            <a:chExt cx="2276105" cy="1893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6105" cy="1893093"/>
            </a:xfrm>
            <a:custGeom>
              <a:avLst/>
              <a:gdLst/>
              <a:ahLst/>
              <a:cxnLst/>
              <a:rect r="r" b="b" t="t" l="l"/>
              <a:pathLst>
                <a:path h="1893093" w="2276105">
                  <a:moveTo>
                    <a:pt x="0" y="0"/>
                  </a:moveTo>
                  <a:lnTo>
                    <a:pt x="2276105" y="0"/>
                  </a:lnTo>
                  <a:lnTo>
                    <a:pt x="2276105" y="1893093"/>
                  </a:lnTo>
                  <a:lnTo>
                    <a:pt x="0" y="1893093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6105" cy="1931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658" y="-200693"/>
            <a:ext cx="20238736" cy="2734153"/>
            <a:chOff x="0" y="0"/>
            <a:chExt cx="2689103" cy="3632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9103" cy="363284"/>
            </a:xfrm>
            <a:custGeom>
              <a:avLst/>
              <a:gdLst/>
              <a:ahLst/>
              <a:cxnLst/>
              <a:rect r="r" b="b" t="t" l="l"/>
              <a:pathLst>
                <a:path h="363284" w="2689103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440088" y="0"/>
            <a:ext cx="3509203" cy="1176871"/>
            <a:chOff x="0" y="0"/>
            <a:chExt cx="673888" cy="22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670310" y="1292934"/>
            <a:ext cx="3699010" cy="1240526"/>
            <a:chOff x="0" y="0"/>
            <a:chExt cx="673888" cy="22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97771" y="1197684"/>
            <a:ext cx="11382227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Non Functional Requirements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45914" y="3099162"/>
            <a:ext cx="8642086" cy="7187838"/>
            <a:chOff x="0" y="0"/>
            <a:chExt cx="2276105" cy="1893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6105" cy="1893093"/>
            </a:xfrm>
            <a:custGeom>
              <a:avLst/>
              <a:gdLst/>
              <a:ahLst/>
              <a:cxnLst/>
              <a:rect r="r" b="b" t="t" l="l"/>
              <a:pathLst>
                <a:path h="1893093" w="2276105">
                  <a:moveTo>
                    <a:pt x="0" y="0"/>
                  </a:moveTo>
                  <a:lnTo>
                    <a:pt x="2276105" y="0"/>
                  </a:lnTo>
                  <a:lnTo>
                    <a:pt x="2276105" y="1893093"/>
                  </a:lnTo>
                  <a:lnTo>
                    <a:pt x="0" y="1893093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76105" cy="1931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2956" y="5585621"/>
            <a:ext cx="6056174" cy="212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475" indent="-439737" lvl="1">
              <a:lnSpc>
                <a:spcPts val="5702"/>
              </a:lnSpc>
              <a:buFont typeface="Arial"/>
              <a:buChar char="•"/>
            </a:pPr>
            <a:r>
              <a:rPr lang="en-US" sz="4073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Database backups</a:t>
            </a:r>
          </a:p>
          <a:p>
            <a:pPr algn="l" marL="879475" indent="-439737" lvl="1">
              <a:lnSpc>
                <a:spcPts val="5702"/>
              </a:lnSpc>
              <a:buFont typeface="Arial"/>
              <a:buChar char="•"/>
            </a:pPr>
            <a:r>
              <a:rPr lang="en-US" sz="4073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User authentication</a:t>
            </a:r>
          </a:p>
          <a:p>
            <a:pPr algn="l" marL="879475" indent="-439737" lvl="1">
              <a:lnSpc>
                <a:spcPts val="5702"/>
              </a:lnSpc>
              <a:buFont typeface="Arial"/>
              <a:buChar char="•"/>
            </a:pPr>
            <a:r>
              <a:rPr lang="en-US" sz="4073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Secure passwords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86672" y="3674420"/>
            <a:ext cx="8280853" cy="93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7"/>
              </a:lnSpc>
            </a:pPr>
            <a:r>
              <a:rPr lang="en-US" sz="536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Robust and Maintanable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50258" y="5595146"/>
            <a:ext cx="6033399" cy="283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8714" indent="-439357" lvl="1">
              <a:lnSpc>
                <a:spcPts val="5698"/>
              </a:lnSpc>
              <a:buFont typeface="Arial"/>
              <a:buChar char="•"/>
            </a:pPr>
            <a:r>
              <a:rPr lang="en-US" sz="4070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Validations and error handling</a:t>
            </a:r>
          </a:p>
          <a:p>
            <a:pPr algn="l" marL="878714" indent="-439357" lvl="1">
              <a:lnSpc>
                <a:spcPts val="5698"/>
              </a:lnSpc>
              <a:buFont typeface="Arial"/>
              <a:buChar char="•"/>
            </a:pPr>
            <a:r>
              <a:rPr lang="en-US" sz="4070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Modular programming approach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3790" y="3674420"/>
            <a:ext cx="8280853" cy="93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7"/>
              </a:lnSpc>
            </a:pPr>
            <a:r>
              <a:rPr lang="en-US" sz="5362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Safety and Security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88001"/>
            <a:ext cx="19000682" cy="7244521"/>
            <a:chOff x="0" y="0"/>
            <a:chExt cx="5004295" cy="1908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4295" cy="1908022"/>
            </a:xfrm>
            <a:custGeom>
              <a:avLst/>
              <a:gdLst/>
              <a:ahLst/>
              <a:cxnLst/>
              <a:rect r="r" b="b" t="t" l="l"/>
              <a:pathLst>
                <a:path h="1908022" w="5004295">
                  <a:moveTo>
                    <a:pt x="0" y="0"/>
                  </a:moveTo>
                  <a:lnTo>
                    <a:pt x="5004295" y="0"/>
                  </a:lnTo>
                  <a:lnTo>
                    <a:pt x="5004295" y="1908022"/>
                  </a:lnTo>
                  <a:lnTo>
                    <a:pt x="0" y="1908022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04295" cy="1946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658" y="-200693"/>
            <a:ext cx="20238736" cy="2734153"/>
            <a:chOff x="0" y="0"/>
            <a:chExt cx="2689103" cy="3632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9103" cy="363284"/>
            </a:xfrm>
            <a:custGeom>
              <a:avLst/>
              <a:gdLst/>
              <a:ahLst/>
              <a:cxnLst/>
              <a:rect r="r" b="b" t="t" l="l"/>
              <a:pathLst>
                <a:path h="363284" w="2689103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440088" y="0"/>
            <a:ext cx="3509203" cy="1176871"/>
            <a:chOff x="0" y="0"/>
            <a:chExt cx="673888" cy="22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670310" y="1292934"/>
            <a:ext cx="3699010" cy="1240526"/>
            <a:chOff x="0" y="0"/>
            <a:chExt cx="673888" cy="22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14513" y="3197771"/>
            <a:ext cx="6533632" cy="6824980"/>
          </a:xfrm>
          <a:custGeom>
            <a:avLst/>
            <a:gdLst/>
            <a:ahLst/>
            <a:cxnLst/>
            <a:rect r="r" b="b" t="t" l="l"/>
            <a:pathLst>
              <a:path h="6824980" w="6533632">
                <a:moveTo>
                  <a:pt x="0" y="0"/>
                </a:moveTo>
                <a:lnTo>
                  <a:pt x="6533632" y="0"/>
                </a:lnTo>
                <a:lnTo>
                  <a:pt x="6533632" y="6824981"/>
                </a:lnTo>
                <a:lnTo>
                  <a:pt x="0" y="6824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897771" y="1197684"/>
            <a:ext cx="8703481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Case Diagram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97508" y="3131096"/>
            <a:ext cx="9323820" cy="667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Register Student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Manage Posts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Manage Questions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View Profile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Edit Profile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Accept/Reject Friend Request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Send Friend Request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Remove Friend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Chat With Friend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Comment On Post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React On Post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Create Activity Post</a:t>
            </a:r>
          </a:p>
          <a:p>
            <a:pPr algn="l" marL="625398" indent="-312699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Reply To Activity Post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658" y="-200693"/>
            <a:ext cx="20238736" cy="2734153"/>
            <a:chOff x="0" y="0"/>
            <a:chExt cx="2689103" cy="363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9103" cy="363284"/>
            </a:xfrm>
            <a:custGeom>
              <a:avLst/>
              <a:gdLst/>
              <a:ahLst/>
              <a:cxnLst/>
              <a:rect r="r" b="b" t="t" l="l"/>
              <a:pathLst>
                <a:path h="363284" w="2689103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440088" y="0"/>
            <a:ext cx="3509203" cy="1176871"/>
            <a:chOff x="0" y="0"/>
            <a:chExt cx="673888" cy="2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2670310" y="1292934"/>
            <a:ext cx="3699010" cy="1240526"/>
            <a:chOff x="0" y="0"/>
            <a:chExt cx="673888" cy="22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3888" cy="226000"/>
            </a:xfrm>
            <a:custGeom>
              <a:avLst/>
              <a:gdLst/>
              <a:ahLst/>
              <a:cxnLst/>
              <a:rect r="r" b="b" t="t" l="l"/>
              <a:pathLst>
                <a:path h="226000" w="673888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69115" y="2929269"/>
            <a:ext cx="18230550" cy="6109146"/>
            <a:chOff x="0" y="0"/>
            <a:chExt cx="18259962" cy="61190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59961" cy="6119002"/>
            </a:xfrm>
            <a:custGeom>
              <a:avLst/>
              <a:gdLst/>
              <a:ahLst/>
              <a:cxnLst/>
              <a:rect r="r" b="b" t="t" l="l"/>
              <a:pathLst>
                <a:path h="6119002" w="18259961">
                  <a:moveTo>
                    <a:pt x="0" y="0"/>
                  </a:moveTo>
                  <a:lnTo>
                    <a:pt x="18259961" y="0"/>
                  </a:lnTo>
                  <a:lnTo>
                    <a:pt x="18259961" y="6119002"/>
                  </a:lnTo>
                  <a:lnTo>
                    <a:pt x="0" y="6119002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259962" cy="6157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233437" y="3136570"/>
            <a:ext cx="12456432" cy="5714116"/>
          </a:xfrm>
          <a:custGeom>
            <a:avLst/>
            <a:gdLst/>
            <a:ahLst/>
            <a:cxnLst/>
            <a:rect r="r" b="b" t="t" l="l"/>
            <a:pathLst>
              <a:path h="5714116" w="12456432">
                <a:moveTo>
                  <a:pt x="0" y="0"/>
                </a:moveTo>
                <a:lnTo>
                  <a:pt x="12456432" y="0"/>
                </a:lnTo>
                <a:lnTo>
                  <a:pt x="12456432" y="5714116"/>
                </a:lnTo>
                <a:lnTo>
                  <a:pt x="0" y="5714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65" r="0" b="-865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61735" y="1197684"/>
            <a:ext cx="6969683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Domain Model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658" y="-200693"/>
            <a:ext cx="20238736" cy="2734153"/>
            <a:chOff x="0" y="0"/>
            <a:chExt cx="2689103" cy="363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9103" cy="363284"/>
            </a:xfrm>
            <a:custGeom>
              <a:avLst/>
              <a:gdLst/>
              <a:ahLst/>
              <a:cxnLst/>
              <a:rect r="r" b="b" t="t" l="l"/>
              <a:pathLst>
                <a:path h="363284" w="2689103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02715" y="1865388"/>
            <a:ext cx="3160666" cy="1661968"/>
            <a:chOff x="0" y="0"/>
            <a:chExt cx="812800" cy="4273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27393"/>
            </a:xfrm>
            <a:custGeom>
              <a:avLst/>
              <a:gdLst/>
              <a:ahLst/>
              <a:cxnLst/>
              <a:rect r="r" b="b" t="t" l="l"/>
              <a:pathLst>
                <a:path h="427393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812800" y="427393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609600" cy="465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16875" y="4052593"/>
            <a:ext cx="1990049" cy="1661968"/>
            <a:chOff x="0" y="0"/>
            <a:chExt cx="511763" cy="4273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763" cy="427393"/>
            </a:xfrm>
            <a:custGeom>
              <a:avLst/>
              <a:gdLst/>
              <a:ahLst/>
              <a:cxnLst/>
              <a:rect r="r" b="b" t="t" l="l"/>
              <a:pathLst>
                <a:path h="427393" w="511763">
                  <a:moveTo>
                    <a:pt x="308563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511763" y="427393"/>
                  </a:lnTo>
                  <a:lnTo>
                    <a:pt x="308563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308563" cy="465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52614" y="-457897"/>
            <a:ext cx="7101844" cy="1898766"/>
            <a:chOff x="0" y="0"/>
            <a:chExt cx="1363798" cy="3646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3799" cy="364628"/>
            </a:xfrm>
            <a:custGeom>
              <a:avLst/>
              <a:gdLst/>
              <a:ahLst/>
              <a:cxnLst/>
              <a:rect r="r" b="b" t="t" l="l"/>
              <a:pathLst>
                <a:path h="364628" w="1363799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861735" y="2696372"/>
            <a:ext cx="13708378" cy="7299711"/>
          </a:xfrm>
          <a:custGeom>
            <a:avLst/>
            <a:gdLst/>
            <a:ahLst/>
            <a:cxnLst/>
            <a:rect r="r" b="b" t="t" l="l"/>
            <a:pathLst>
              <a:path h="7299711" w="13708378">
                <a:moveTo>
                  <a:pt x="0" y="0"/>
                </a:moveTo>
                <a:lnTo>
                  <a:pt x="13708378" y="0"/>
                </a:lnTo>
                <a:lnTo>
                  <a:pt x="13708378" y="7299711"/>
                </a:lnTo>
                <a:lnTo>
                  <a:pt x="0" y="729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861735" y="1197684"/>
            <a:ext cx="6969683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 Diagram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658" y="-200693"/>
            <a:ext cx="20238736" cy="2734153"/>
            <a:chOff x="0" y="0"/>
            <a:chExt cx="2689103" cy="363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9103" cy="363284"/>
            </a:xfrm>
            <a:custGeom>
              <a:avLst/>
              <a:gdLst/>
              <a:ahLst/>
              <a:cxnLst/>
              <a:rect r="r" b="b" t="t" l="l"/>
              <a:pathLst>
                <a:path h="363284" w="2689103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02715" y="1865388"/>
            <a:ext cx="3160666" cy="1661968"/>
            <a:chOff x="0" y="0"/>
            <a:chExt cx="812800" cy="4273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27393"/>
            </a:xfrm>
            <a:custGeom>
              <a:avLst/>
              <a:gdLst/>
              <a:ahLst/>
              <a:cxnLst/>
              <a:rect r="r" b="b" t="t" l="l"/>
              <a:pathLst>
                <a:path h="427393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812800" y="427393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609600" cy="465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16875" y="4052593"/>
            <a:ext cx="1990049" cy="1661968"/>
            <a:chOff x="0" y="0"/>
            <a:chExt cx="511763" cy="4273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763" cy="427393"/>
            </a:xfrm>
            <a:custGeom>
              <a:avLst/>
              <a:gdLst/>
              <a:ahLst/>
              <a:cxnLst/>
              <a:rect r="r" b="b" t="t" l="l"/>
              <a:pathLst>
                <a:path h="427393" w="511763">
                  <a:moveTo>
                    <a:pt x="308563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511763" y="427393"/>
                  </a:lnTo>
                  <a:lnTo>
                    <a:pt x="308563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308563" cy="465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52614" y="-457897"/>
            <a:ext cx="7101844" cy="1898766"/>
            <a:chOff x="0" y="0"/>
            <a:chExt cx="1363798" cy="3646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3799" cy="364628"/>
            </a:xfrm>
            <a:custGeom>
              <a:avLst/>
              <a:gdLst/>
              <a:ahLst/>
              <a:cxnLst/>
              <a:rect r="r" b="b" t="t" l="l"/>
              <a:pathLst>
                <a:path h="364628" w="1363799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98656" y="9453794"/>
            <a:ext cx="4137738" cy="1566197"/>
            <a:chOff x="0" y="0"/>
            <a:chExt cx="1248512" cy="4725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8511" cy="472581"/>
            </a:xfrm>
            <a:custGeom>
              <a:avLst/>
              <a:gdLst/>
              <a:ahLst/>
              <a:cxnLst/>
              <a:rect r="r" b="b" t="t" l="l"/>
              <a:pathLst>
                <a:path h="472581" w="124851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603949" y="9038414"/>
            <a:ext cx="2499511" cy="1535247"/>
            <a:chOff x="0" y="0"/>
            <a:chExt cx="868254" cy="5332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8254" cy="533298"/>
            </a:xfrm>
            <a:custGeom>
              <a:avLst/>
              <a:gdLst/>
              <a:ahLst/>
              <a:cxnLst/>
              <a:rect r="r" b="b" t="t" l="l"/>
              <a:pathLst>
                <a:path h="533298" w="868254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59430" y="9453794"/>
            <a:ext cx="5060879" cy="1929391"/>
            <a:chOff x="0" y="0"/>
            <a:chExt cx="1438640" cy="5484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38640" cy="548462"/>
            </a:xfrm>
            <a:custGeom>
              <a:avLst/>
              <a:gdLst/>
              <a:ahLst/>
              <a:cxnLst/>
              <a:rect r="r" b="b" t="t" l="l"/>
              <a:pathLst>
                <a:path h="548462" w="1438640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065361" y="2696372"/>
            <a:ext cx="8720247" cy="7352536"/>
          </a:xfrm>
          <a:custGeom>
            <a:avLst/>
            <a:gdLst/>
            <a:ahLst/>
            <a:cxnLst/>
            <a:rect r="r" b="b" t="t" l="l"/>
            <a:pathLst>
              <a:path h="7352536" w="8720247">
                <a:moveTo>
                  <a:pt x="0" y="0"/>
                </a:moveTo>
                <a:lnTo>
                  <a:pt x="8720247" y="0"/>
                </a:lnTo>
                <a:lnTo>
                  <a:pt x="8720247" y="7352535"/>
                </a:lnTo>
                <a:lnTo>
                  <a:pt x="0" y="7352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861735" y="1197684"/>
            <a:ext cx="9233305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Entity Relation Diagram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670690" y="9463472"/>
            <a:ext cx="958037" cy="7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48737" y="4452898"/>
            <a:ext cx="5990525" cy="12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79"/>
              </a:lnSpc>
            </a:pPr>
            <a:r>
              <a:rPr lang="en-US" sz="7342">
                <a:solidFill>
                  <a:srgbClr val="059B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INTERFACES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7514" y="461775"/>
            <a:ext cx="15592972" cy="9363450"/>
          </a:xfrm>
          <a:custGeom>
            <a:avLst/>
            <a:gdLst/>
            <a:ahLst/>
            <a:cxnLst/>
            <a:rect r="r" b="b" t="t" l="l"/>
            <a:pathLst>
              <a:path h="9363450" w="15592972">
                <a:moveTo>
                  <a:pt x="0" y="0"/>
                </a:moveTo>
                <a:lnTo>
                  <a:pt x="15592972" y="0"/>
                </a:lnTo>
                <a:lnTo>
                  <a:pt x="15592972" y="9363450"/>
                </a:lnTo>
                <a:lnTo>
                  <a:pt x="0" y="936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2613" y="630668"/>
            <a:ext cx="15042775" cy="9025665"/>
          </a:xfrm>
          <a:custGeom>
            <a:avLst/>
            <a:gdLst/>
            <a:ahLst/>
            <a:cxnLst/>
            <a:rect r="r" b="b" t="t" l="l"/>
            <a:pathLst>
              <a:path h="9025665" w="15042775">
                <a:moveTo>
                  <a:pt x="0" y="0"/>
                </a:moveTo>
                <a:lnTo>
                  <a:pt x="15042774" y="0"/>
                </a:lnTo>
                <a:lnTo>
                  <a:pt x="15042774" y="9025664"/>
                </a:lnTo>
                <a:lnTo>
                  <a:pt x="0" y="9025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517" y="506213"/>
            <a:ext cx="15444966" cy="9274574"/>
          </a:xfrm>
          <a:custGeom>
            <a:avLst/>
            <a:gdLst/>
            <a:ahLst/>
            <a:cxnLst/>
            <a:rect r="r" b="b" t="t" l="l"/>
            <a:pathLst>
              <a:path h="9274574" w="15444966">
                <a:moveTo>
                  <a:pt x="0" y="0"/>
                </a:moveTo>
                <a:lnTo>
                  <a:pt x="15444966" y="0"/>
                </a:lnTo>
                <a:lnTo>
                  <a:pt x="15444966" y="9274574"/>
                </a:lnTo>
                <a:lnTo>
                  <a:pt x="0" y="9274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3067" y="495134"/>
            <a:ext cx="15481866" cy="9296732"/>
          </a:xfrm>
          <a:custGeom>
            <a:avLst/>
            <a:gdLst/>
            <a:ahLst/>
            <a:cxnLst/>
            <a:rect r="r" b="b" t="t" l="l"/>
            <a:pathLst>
              <a:path h="9296732" w="15481866">
                <a:moveTo>
                  <a:pt x="0" y="0"/>
                </a:moveTo>
                <a:lnTo>
                  <a:pt x="15481866" y="0"/>
                </a:lnTo>
                <a:lnTo>
                  <a:pt x="15481866" y="9296732"/>
                </a:lnTo>
                <a:lnTo>
                  <a:pt x="0" y="929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0447" y="457830"/>
            <a:ext cx="15667106" cy="9371339"/>
          </a:xfrm>
          <a:custGeom>
            <a:avLst/>
            <a:gdLst/>
            <a:ahLst/>
            <a:cxnLst/>
            <a:rect r="r" b="b" t="t" l="l"/>
            <a:pathLst>
              <a:path h="9371339" w="15667106">
                <a:moveTo>
                  <a:pt x="0" y="0"/>
                </a:moveTo>
                <a:lnTo>
                  <a:pt x="15667106" y="0"/>
                </a:lnTo>
                <a:lnTo>
                  <a:pt x="15667106" y="9371340"/>
                </a:lnTo>
                <a:lnTo>
                  <a:pt x="0" y="93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486" y="460081"/>
            <a:ext cx="15589028" cy="9366839"/>
          </a:xfrm>
          <a:custGeom>
            <a:avLst/>
            <a:gdLst/>
            <a:ahLst/>
            <a:cxnLst/>
            <a:rect r="r" b="b" t="t" l="l"/>
            <a:pathLst>
              <a:path h="9366839" w="15589028">
                <a:moveTo>
                  <a:pt x="0" y="0"/>
                </a:moveTo>
                <a:lnTo>
                  <a:pt x="15589028" y="0"/>
                </a:lnTo>
                <a:lnTo>
                  <a:pt x="15589028" y="9366838"/>
                </a:lnTo>
                <a:lnTo>
                  <a:pt x="0" y="9366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3236" y="395095"/>
            <a:ext cx="15821528" cy="9496809"/>
          </a:xfrm>
          <a:custGeom>
            <a:avLst/>
            <a:gdLst/>
            <a:ahLst/>
            <a:cxnLst/>
            <a:rect r="r" b="b" t="t" l="l"/>
            <a:pathLst>
              <a:path h="9496809" w="15821528">
                <a:moveTo>
                  <a:pt x="0" y="0"/>
                </a:moveTo>
                <a:lnTo>
                  <a:pt x="15821528" y="0"/>
                </a:lnTo>
                <a:lnTo>
                  <a:pt x="15821528" y="9496810"/>
                </a:lnTo>
                <a:lnTo>
                  <a:pt x="0" y="9496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3663" y="391147"/>
            <a:ext cx="15860675" cy="9504707"/>
          </a:xfrm>
          <a:custGeom>
            <a:avLst/>
            <a:gdLst/>
            <a:ahLst/>
            <a:cxnLst/>
            <a:rect r="r" b="b" t="t" l="l"/>
            <a:pathLst>
              <a:path h="9504707" w="15860675">
                <a:moveTo>
                  <a:pt x="0" y="0"/>
                </a:moveTo>
                <a:lnTo>
                  <a:pt x="15860674" y="0"/>
                </a:lnTo>
                <a:lnTo>
                  <a:pt x="15860674" y="9504706"/>
                </a:lnTo>
                <a:lnTo>
                  <a:pt x="0" y="950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5256" y="440820"/>
            <a:ext cx="15717489" cy="9405361"/>
          </a:xfrm>
          <a:custGeom>
            <a:avLst/>
            <a:gdLst/>
            <a:ahLst/>
            <a:cxnLst/>
            <a:rect r="r" b="b" t="t" l="l"/>
            <a:pathLst>
              <a:path h="9405361" w="15717489">
                <a:moveTo>
                  <a:pt x="0" y="0"/>
                </a:moveTo>
                <a:lnTo>
                  <a:pt x="15717488" y="0"/>
                </a:lnTo>
                <a:lnTo>
                  <a:pt x="15717488" y="9405360"/>
                </a:lnTo>
                <a:lnTo>
                  <a:pt x="0" y="9405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3467" y="341927"/>
            <a:ext cx="16081066" cy="9603146"/>
          </a:xfrm>
          <a:custGeom>
            <a:avLst/>
            <a:gdLst/>
            <a:ahLst/>
            <a:cxnLst/>
            <a:rect r="r" b="b" t="t" l="l"/>
            <a:pathLst>
              <a:path h="9603146" w="16081066">
                <a:moveTo>
                  <a:pt x="0" y="0"/>
                </a:moveTo>
                <a:lnTo>
                  <a:pt x="16081066" y="0"/>
                </a:lnTo>
                <a:lnTo>
                  <a:pt x="16081066" y="9603146"/>
                </a:lnTo>
                <a:lnTo>
                  <a:pt x="0" y="9603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4062" y="419421"/>
            <a:ext cx="15759876" cy="9448157"/>
          </a:xfrm>
          <a:custGeom>
            <a:avLst/>
            <a:gdLst/>
            <a:ahLst/>
            <a:cxnLst/>
            <a:rect r="r" b="b" t="t" l="l"/>
            <a:pathLst>
              <a:path h="9448157" w="15759876">
                <a:moveTo>
                  <a:pt x="0" y="0"/>
                </a:moveTo>
                <a:lnTo>
                  <a:pt x="15759876" y="0"/>
                </a:lnTo>
                <a:lnTo>
                  <a:pt x="15759876" y="9448158"/>
                </a:lnTo>
                <a:lnTo>
                  <a:pt x="0" y="9448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7865" y="377917"/>
            <a:ext cx="15872269" cy="9531166"/>
          </a:xfrm>
          <a:custGeom>
            <a:avLst/>
            <a:gdLst/>
            <a:ahLst/>
            <a:cxnLst/>
            <a:rect r="r" b="b" t="t" l="l"/>
            <a:pathLst>
              <a:path h="9531166" w="15872269">
                <a:moveTo>
                  <a:pt x="0" y="0"/>
                </a:moveTo>
                <a:lnTo>
                  <a:pt x="15872270" y="0"/>
                </a:lnTo>
                <a:lnTo>
                  <a:pt x="15872270" y="9531166"/>
                </a:lnTo>
                <a:lnTo>
                  <a:pt x="0" y="9531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8171" y="371113"/>
            <a:ext cx="15891658" cy="9544774"/>
          </a:xfrm>
          <a:custGeom>
            <a:avLst/>
            <a:gdLst/>
            <a:ahLst/>
            <a:cxnLst/>
            <a:rect r="r" b="b" t="t" l="l"/>
            <a:pathLst>
              <a:path h="9544774" w="15891658">
                <a:moveTo>
                  <a:pt x="0" y="0"/>
                </a:moveTo>
                <a:lnTo>
                  <a:pt x="15891658" y="0"/>
                </a:lnTo>
                <a:lnTo>
                  <a:pt x="15891658" y="9544774"/>
                </a:lnTo>
                <a:lnTo>
                  <a:pt x="0" y="9544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0917" y="387701"/>
            <a:ext cx="15846166" cy="9511598"/>
          </a:xfrm>
          <a:custGeom>
            <a:avLst/>
            <a:gdLst/>
            <a:ahLst/>
            <a:cxnLst/>
            <a:rect r="r" b="b" t="t" l="l"/>
            <a:pathLst>
              <a:path h="9511598" w="15846166">
                <a:moveTo>
                  <a:pt x="0" y="0"/>
                </a:moveTo>
                <a:lnTo>
                  <a:pt x="15846166" y="0"/>
                </a:lnTo>
                <a:lnTo>
                  <a:pt x="15846166" y="9511598"/>
                </a:lnTo>
                <a:lnTo>
                  <a:pt x="0" y="9511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27359" y="4452898"/>
            <a:ext cx="6633282" cy="12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79"/>
              </a:lnSpc>
            </a:pPr>
            <a:r>
              <a:rPr lang="en-US" sz="7342">
                <a:solidFill>
                  <a:srgbClr val="059B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DAGXl7NaYmo</dc:identifier>
  <dcterms:modified xsi:type="dcterms:W3CDTF">2011-08-01T06:04:30Z</dcterms:modified>
  <cp:revision>1</cp:revision>
  <dc:title>white blue and grey modern school group project application programming presentation</dc:title>
</cp:coreProperties>
</file>